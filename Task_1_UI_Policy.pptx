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070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Task 1 — Create UI Policy on Incident</a:t>
            </a:r>
          </a:p>
          <a:p>
            <a:pPr algn="ctr">
              <a:spcBef>
                <a:spcPts val="1200"/>
              </a:spcBef>
              <a:defRPr sz="2100">
                <a:solidFill>
                  <a:srgbClr val="B9E3E4"/>
                </a:solidFill>
                <a:latin typeface="Aptos"/>
              </a:defRPr>
            </a:pPr>
            <a:r>
              <a:t>UI Policy: High Impact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Activity 1 — Create UI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7080"/>
                </a:solidFill>
                <a:latin typeface="Aptos"/>
              </a:defRPr>
            </a:pPr>
            <a:r>
              <a:t>Configuration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Log in to the ServiceNow instance with administrative or configuration access.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Navigate to System UI → UI Policies.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Click New to create a new UI Policy record.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Name: High Impact Control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Table: Incident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Active: true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Condition: Impact is 1 – High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Configure the Assignment group field as mandatory.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Set Reverse if false to true.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Review the configuration and click Submit.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Expected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7080"/>
                </a:solidFill>
                <a:latin typeface="Aptos"/>
              </a:defRPr>
            </a:pPr>
            <a:r>
              <a:t>High Impact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The UI Policy is triggered only when the Incident Impact is set to High.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Assignment group becomes mandatory when the condition is met.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Reverse if false restores the field behavior when the condition is no longer true.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The policy applies specifically to Incident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