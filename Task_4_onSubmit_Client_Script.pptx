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6070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Task 4 — Create onSubmit Client Script</a:t>
            </a:r>
          </a:p>
          <a:p>
            <a:pPr algn="ctr">
              <a:spcBef>
                <a:spcPts val="1200"/>
              </a:spcBef>
              <a:defRPr sz="2100">
                <a:solidFill>
                  <a:srgbClr val="B9E3E4"/>
                </a:solidFill>
                <a:latin typeface="Aptos"/>
              </a:defRPr>
            </a:pPr>
            <a:r>
              <a:t>Save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  <a:latin typeface="Aptos Display"/>
              </a:defRPr>
            </a:pPr>
            <a:r>
              <a:t>Activity 1 — Create Client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7080"/>
                </a:solidFill>
                <a:latin typeface="Aptos"/>
              </a:defRPr>
            </a:pPr>
            <a:r>
              <a:t>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Navigate to System UI → Client Scripts.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Click New to create a new Client Script.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Name: Prevent save if Assigned To missing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Table: Incident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Type: onSubmit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Active: true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Paste the validation script into the Script field.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Click Submit to save the Client Script.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6636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2304A"/>
                </a:solidFill>
                <a:latin typeface="Consolas"/>
              </a:defRPr>
            </a:pPr>
            <a:r>
              <a:t>function onSubmit() { ... 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  <a:latin typeface="Aptos Display"/>
              </a:defRPr>
            </a:pPr>
            <a:r>
              <a:t>Validation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7080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The script checks whether Impact is High.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It also checks whether the Assigned To field is empty.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If both conditions are true, the record is prevented from saving.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An error message is displayed for the Assigned To field.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Verify by trying to save a High Impact Incident without Assigned 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6636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2304A"/>
                </a:solidFill>
                <a:latin typeface="Consolas"/>
              </a:defRPr>
            </a:pPr>
            <a:r>
              <a:t>return false;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