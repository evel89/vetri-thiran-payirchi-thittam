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Task 5 — Create onCellEdit Client Script</a:t>
            </a:r>
          </a:p>
          <a:p>
            <a:pPr algn="ctr">
              <a:spcBef>
                <a:spcPts val="1200"/>
              </a:spcBef>
              <a:defRPr sz="2100">
                <a:solidFill>
                  <a:srgbClr val="B9E3E4"/>
                </a:solidFill>
                <a:latin typeface="Aptos"/>
              </a:defRPr>
            </a:pPr>
            <a:r>
              <a:t>Prevent State change via list 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Activity 1 — Create Client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Navigate to System UI → Client Scripts.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Click New to create a new Client Script.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Name: Prevent state change via list edit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Table: Incident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Type: onCellEdit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Field name: State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Active: true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Paste the script into the Script field.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Click Submit to save the Client 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304A"/>
                </a:solidFill>
                <a:latin typeface="Consolas"/>
              </a:defRPr>
            </a:pPr>
            <a:r>
              <a:t>function onCellEdit(sysIDs, table, oldValues, newValue, callback) { ...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Open an Incident list.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Try to change the State field directly in the list.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An alert message should appear.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The State value should remain unchanged.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Users must open the Incident record to update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304A"/>
                </a:solidFill>
                <a:latin typeface="Consolas"/>
              </a:defRPr>
            </a:pPr>
            <a:r>
              <a:t>callback(false);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