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Task 6 — Testing the Configuration</a:t>
            </a:r>
          </a:p>
          <a:p>
            <a:pPr algn="ctr">
              <a:spcBef>
                <a:spcPts val="1200"/>
              </a:spcBef>
              <a:defRPr sz="2100">
                <a:solidFill>
                  <a:srgbClr val="B9E3E4"/>
                </a:solidFill>
                <a:latin typeface="Aptos"/>
              </a:defRPr>
            </a:pPr>
            <a:r>
              <a:t>Validation of the complete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1 &amp; 2 — Save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Mandatory and successful 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Set Impact to High and leave Assigned To empty.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Submit.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Incident should not be saved and an error should appear.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Fill the Assigned To field and submit again.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Incident should save successfully.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Confirm Urgency auto-setting and read-only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3 — Reverse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High →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Open an Incident where Impact is High.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Change Impact from High to Medium.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Assigned To should no longer be mandatory.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Urgency should become editable.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Save the record successfully.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4 &amp; 5 — State Update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List edit vs. form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Incident → All: try to edit State directly in the list.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onCellEdit Client Script should block the change.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Open the Incident form and change State there.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The form-based State change should save successfully.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Confirm Assigned To and Urgency still follow the configured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