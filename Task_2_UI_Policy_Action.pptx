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Task 2 — Create UI Policy Action</a:t>
            </a:r>
          </a:p>
          <a:p>
            <a:pPr algn="ctr">
              <a:spcBef>
                <a:spcPts val="1200"/>
              </a:spcBef>
              <a:defRPr sz="2100">
                <a:solidFill>
                  <a:srgbClr val="B9E3E4"/>
                </a:solidFill>
                <a:latin typeface="Aptos"/>
              </a:defRPr>
            </a:pPr>
            <a:r>
              <a:t>Urgency Field Configuration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1 — Configure the Urgency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UI Policy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Open the High Impact Control UI Policy.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Scroll to the UI Policy Actions related list.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New to create a UI Policy Action.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Field name: Urgency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Read-only: true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Visible: Leave unchanged.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Submit to save the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Open an Incident record.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Set Impact to High.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Urgency field should become read-only.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Change Impact to a different value to confirm that the field behavior reverts if needed.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action is automatically applied when the High Impact Control condition is met.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