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6070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Task 3 — Create onChange Client Script</a:t>
            </a:r>
          </a:p>
          <a:p>
            <a:pPr algn="ctr">
              <a:spcBef>
                <a:spcPts val="1200"/>
              </a:spcBef>
              <a:defRPr sz="2100">
                <a:solidFill>
                  <a:srgbClr val="B9E3E4"/>
                </a:solidFill>
                <a:latin typeface="Aptos"/>
              </a:defRPr>
            </a:pPr>
            <a:r>
              <a:t>Auto set urgency for high impact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  <a:latin typeface="Aptos Display"/>
              </a:defRPr>
            </a:pPr>
            <a:r>
              <a:t>Activity 1 — Create Client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7080"/>
                </a:solidFill>
                <a:latin typeface="Aptos"/>
              </a:defRPr>
            </a:pPr>
            <a:r>
              <a:t>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Navigate to System UI → Client Scripts.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Click New to create a new Client Script.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Name: Auto set urgency for high impact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Table: Incident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Type: onChange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Field name: Impact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Active: true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Paste the script into the Script field and click Submit.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6636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2304A"/>
                </a:solidFill>
                <a:latin typeface="Consolas"/>
              </a:defRPr>
            </a:pPr>
            <a:r>
              <a:t>function onChange(control, oldValue, newValue, isLoading) { ... 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04A"/>
                </a:solidFill>
                <a:latin typeface="Aptos Display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07080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When the Impact field changes, the Client Script runs.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If the new Impact value is High (1), Urgency is automatically set to High (1).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An information message confirms the automatic update.</a:t>
            </a:r>
          </a:p>
          <a:p>
            <a:pPr>
              <a:spcAft>
                <a:spcPts val="1000"/>
              </a:spcAft>
              <a:defRPr sz="1800">
                <a:solidFill>
                  <a:srgbClr val="1F2933"/>
                </a:solidFill>
                <a:latin typeface="Aptos"/>
              </a:defRPr>
            </a:pPr>
            <a:r>
              <a:t>Verify by opening an Incident and changing Impact to High.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6636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2304A"/>
                </a:solidFill>
                <a:latin typeface="Consolas"/>
              </a:defRPr>
            </a:pPr>
            <a:r>
              <a:t>g_form.setValue('urgency', '1');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